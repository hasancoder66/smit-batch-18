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2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0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3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9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0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7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7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5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1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53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43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7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42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9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98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2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7426073-21AD-4237-9650-3B0FFA06BEF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4DA1C52-345F-4F70-AE52-671CC7F0F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7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6" y="1465216"/>
            <a:ext cx="11164979" cy="4169229"/>
          </a:xfrm>
        </p:spPr>
        <p:txBody>
          <a:bodyPr>
            <a:normAutofit fontScale="90000"/>
          </a:bodyPr>
          <a:lstStyle/>
          <a:p>
            <a:pPr algn="ctr"/>
            <a:r>
              <a:rPr lang="ur-PK" sz="9600" b="1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پورا کرنے والا </a:t>
            </a:r>
            <a:r>
              <a:rPr lang="ur-PK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کردار</a:t>
            </a:r>
            <a:br>
              <a:rPr lang="ur-PK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en-US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The Promise</a:t>
            </a:r>
            <a:r>
              <a:rPr lang="ur-PK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lang="ur-PK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en-US" sz="9600" b="1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Keeping Character</a:t>
            </a:r>
            <a:endParaRPr lang="en-US" sz="9600" b="1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778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087" y="644306"/>
            <a:ext cx="9404723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ur-PK" sz="9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آج کا موضوع کیوں اہم ہے؟</a:t>
            </a:r>
            <a:endParaRPr lang="en-US" sz="9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087" y="2662519"/>
            <a:ext cx="8946541" cy="419548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r-PK" sz="54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ہم </a:t>
            </a:r>
            <a:r>
              <a:rPr lang="ur-PK" sz="54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اپنی روزمرہ زندگی میں کئی وعدے کرتے </a:t>
            </a:r>
            <a:r>
              <a:rPr lang="ur-PK" sz="54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ہیں</a:t>
            </a:r>
            <a:r>
              <a:rPr lang="en-US" sz="54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</a:t>
            </a:r>
          </a:p>
          <a:p>
            <a:pPr marL="0" indent="0" algn="ctr">
              <a:buNone/>
            </a:pPr>
            <a:r>
              <a:rPr lang="ur-PK" sz="54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وقت </a:t>
            </a:r>
            <a:r>
              <a:rPr lang="ur-PK" sz="54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پر آنا، کام مکمل کرنا، کسی سے تعاون کا </a:t>
            </a:r>
            <a:r>
              <a:rPr lang="ur-PK" sz="54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کہنا</a:t>
            </a:r>
            <a:endParaRPr lang="en-US" sz="54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ctr">
              <a:buNone/>
            </a:pPr>
            <a:r>
              <a:rPr lang="ur-PK" sz="5400" b="1" u="sng" dirty="0" smtClean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</a:t>
            </a:r>
            <a:r>
              <a:rPr lang="ur-PK" sz="5400" b="1" u="sng" dirty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مگر کیا ہم اپنے وعدے پورے کرتے ہیں؟</a:t>
            </a:r>
            <a:endParaRPr lang="en-US" sz="5400" b="1" u="sng" dirty="0">
              <a:solidFill>
                <a:srgbClr val="FF0000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231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087" y="644306"/>
            <a:ext cx="9404723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Promise </a:t>
            </a:r>
            <a:r>
              <a:rPr lang="ur-PK" sz="9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وعدے کا مطلب</a:t>
            </a:r>
            <a:endParaRPr lang="en-US" sz="9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09" y="2322884"/>
            <a:ext cx="10407885" cy="444367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r-PK" sz="4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کسی بات یا کام کے پورا کرنے کی زبانی یا تحریری یقین دہانی دینا۔</a:t>
            </a:r>
          </a:p>
          <a:p>
            <a:pPr marL="0" indent="0" algn="ctr">
              <a:buNone/>
            </a:pPr>
            <a:r>
              <a:rPr lang="ur-PK" sz="4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ایسا قول جس میں کسی نیک یا درست کام کے کرنے کا التزام ہو۔</a:t>
            </a:r>
          </a:p>
          <a:p>
            <a:pPr marL="0" indent="0" algn="r">
              <a:buNone/>
            </a:pPr>
            <a:r>
              <a:rPr lang="ur-PK" sz="4800" b="1" u="sng" dirty="0" smtClean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قرآن سے حوالہ !</a:t>
            </a:r>
          </a:p>
          <a:p>
            <a:pPr marL="0" indent="0" algn="r">
              <a:buNone/>
            </a:pPr>
            <a:r>
              <a:rPr lang="ur-PK" sz="4800" b="1" dirty="0" smtClean="0">
                <a:solidFill>
                  <a:srgbClr val="FF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             </a:t>
            </a:r>
            <a:r>
              <a:rPr lang="ur-PK" sz="4500" b="1" u="sng" dirty="0" smtClean="0">
                <a:solidFill>
                  <a:srgbClr val="00B050"/>
                </a:solidFill>
                <a:latin typeface="Attari_Quran" panose="02010000000000000000" pitchFamily="2" charset="-78"/>
                <a:cs typeface="Attari_Quran" panose="02010000000000000000" pitchFamily="2" charset="-78"/>
              </a:rPr>
              <a:t>"وَأَوْفُوا بِالْعَهْدِ إِنَّ الْعَهْدَ كَانَ مَسْئُولًا</a:t>
            </a:r>
            <a:r>
              <a:rPr lang="ur-PK" sz="3200" b="1" u="sng" dirty="0" smtClean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"(سورۃ الاسراء: 34)</a:t>
            </a:r>
          </a:p>
          <a:p>
            <a:pPr marL="0" indent="0" algn="ctr">
              <a:buNone/>
            </a:pPr>
            <a:r>
              <a:rPr lang="ur-PK" sz="4500" b="1" dirty="0" smtClean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اور </a:t>
            </a:r>
            <a:r>
              <a:rPr lang="ur-PK" sz="4500" b="1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پورا کرو، بے شک وعدے کے بارے میں پوچھا جائے </a:t>
            </a:r>
            <a:r>
              <a:rPr lang="ur-PK" sz="4500" b="1" dirty="0" smtClean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گا۔</a:t>
            </a:r>
            <a:r>
              <a:rPr lang="en-US" sz="4500" b="1" dirty="0" smtClean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      </a:t>
            </a:r>
            <a:endParaRPr lang="en-US" sz="4500" b="1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34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087" y="644306"/>
            <a:ext cx="9404723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Promise </a:t>
            </a:r>
            <a:r>
              <a:rPr lang="ur-PK" sz="9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وعدے کا مطلب</a:t>
            </a:r>
            <a:endParaRPr lang="en-US" sz="9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2919422"/>
            <a:ext cx="10407885" cy="336816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r-PK" sz="48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کے لئے لفظِ وعدہ کہنا ضروری نہیں بلکہ انداز و الفاظ سے اپنی بات کی تاکید ظاہر کی مثلاً وعدے کے طور پر طے کیا </a:t>
            </a:r>
            <a:r>
              <a:rPr lang="ur-PK" sz="4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کہ</a:t>
            </a:r>
            <a:endParaRPr lang="en-US" sz="48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ctr">
              <a:buNone/>
            </a:pPr>
            <a:r>
              <a:rPr lang="ur-PK" sz="4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</a:t>
            </a:r>
            <a:r>
              <a:rPr lang="ur-PK" sz="4800" b="1" u="sng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”فُلاں کام کروں گا یا فُلاں کام نہیں کروں گا“ </a:t>
            </a:r>
            <a:r>
              <a:rPr lang="ur-PK" sz="48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 ہوجائے </a:t>
            </a:r>
            <a:r>
              <a:rPr lang="ur-PK" sz="4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گا</a:t>
            </a:r>
            <a:endParaRPr lang="en-US" sz="48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086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6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سیرت رسول ﷺ سے وعدے کی پاسداری </a:t>
            </a:r>
            <a:endParaRPr lang="en-US" sz="60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34841" y="2771017"/>
            <a:ext cx="10171859" cy="28777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ar-SA" altLang="en-US" sz="3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حضرت عبداللہ ابن ابی الحسماء سے فرماتےہیں کہ میں نے نبی صلی اللہ علیہ و سلم کی نبوت کے ظہور سے پہلے حضور سے خرید و فروخت کی</a:t>
            </a:r>
            <a:r>
              <a:rPr lang="ur-PK" altLang="en-US" sz="3200" dirty="0" smtClean="0">
                <a:solidFill>
                  <a:srgbClr val="212529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 </a:t>
            </a:r>
            <a:r>
              <a:rPr kumimoji="0" lang="ar-SA" altLang="en-US" sz="3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اورآپ کا کچھ بقایا رہ گیا میں نے وعدہ کیا کہ میں اسی جگہ وہ چیز لاتا ہوں پھر میں بھول گیا</a:t>
            </a:r>
            <a:r>
              <a:rPr lang="ur-PK" altLang="en-US" sz="3200" dirty="0">
                <a:solidFill>
                  <a:srgbClr val="212529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ت</a:t>
            </a:r>
            <a:r>
              <a:rPr kumimoji="0" lang="ar-SA" altLang="en-US" sz="3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ین دن کے بعد مجھے یاد آیا تو حضور انور اس جگہ تھے فرمایا کہ تم نے مجھ پر مشقت ڈال دی میں تین دن سے یہاں ہی تمہارا انتظار دیکھ رہا ہوں</a:t>
            </a:r>
            <a:r>
              <a:rPr kumimoji="0" lang="ur-PK" altLang="en-US" sz="3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</a:t>
            </a:r>
            <a:r>
              <a:rPr lang="ur-PK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مرآۃ المناجیح شرح مشکوٰۃ المصابیح جلد ششم حدیث نمبر 710</a:t>
            </a:r>
            <a:endParaRPr lang="en-US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r-PK" altLang="en-US" sz="3200" b="1" u="sng" dirty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نبی ﷺ نے تین دن بعد بھی وعدہ نہیں </a:t>
            </a:r>
            <a:r>
              <a:rPr lang="ur-PK" altLang="en-US" sz="3200" b="1" u="sng" dirty="0" smtClean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بھولے</a:t>
            </a:r>
            <a:r>
              <a:rPr lang="en-US" altLang="en-US" sz="3200" b="1" u="sng" dirty="0" smtClean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</a:t>
            </a:r>
            <a:r>
              <a:rPr lang="ur-PK" altLang="en-US" sz="3200" b="1" u="sng" dirty="0" smtClean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یہ </a:t>
            </a:r>
            <a:r>
              <a:rPr lang="ur-PK" altLang="en-US" sz="3200" b="1" u="sng" dirty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ہے </a:t>
            </a:r>
            <a:r>
              <a:rPr lang="en-US" altLang="en-US" sz="3200" b="1" u="sng" dirty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real commitment</a:t>
            </a:r>
            <a:endParaRPr kumimoji="0" lang="ur-PK" altLang="en-US" sz="3200" b="1" i="0" u="sng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0896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6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پورا کرنے کے </a:t>
            </a:r>
            <a:r>
              <a:rPr lang="ur-PK" sz="6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دنیاوی و اخروی  </a:t>
            </a:r>
            <a:r>
              <a:rPr lang="ur-PK" sz="6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فوائد</a:t>
            </a:r>
            <a:endParaRPr lang="en-US" sz="6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2241"/>
            <a:ext cx="10172202" cy="4206604"/>
          </a:xfrm>
        </p:spPr>
        <p:txBody>
          <a:bodyPr numCol="1">
            <a:normAutofit fontScale="92500" lnSpcReduction="20000"/>
          </a:bodyPr>
          <a:lstStyle/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اعتماد اور عزت پیدا ہوتی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ہے</a:t>
            </a:r>
            <a:endParaRPr lang="en-US" sz="40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تعلقات مضبوط ہوتے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ہیں</a:t>
            </a:r>
            <a:endParaRPr lang="en-US" sz="40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شخصیت میں اعتبار اور استقامت آتی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ہے</a:t>
            </a:r>
            <a:endParaRPr lang="en-US" sz="40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لوگ ایسے شخص پر بھروسہ کرتے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ہیں</a:t>
            </a: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اللہ تعالیٰ کی خوشنودی حاصل ہوتی ہے</a:t>
            </a:r>
            <a:endParaRPr lang="en-US" sz="40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نبی ﷺ کی سنت کی پیروی ہوتی ہے</a:t>
            </a:r>
            <a:endParaRPr lang="en-US" sz="40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lvl="2"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ایفائے عہد بندے کی عزّت و وقار میں اضافے کا سبب ہے</a:t>
            </a:r>
          </a:p>
        </p:txBody>
      </p:sp>
    </p:spTree>
    <p:extLst>
      <p:ext uri="{BB962C8B-B14F-4D97-AF65-F5344CB8AC3E}">
        <p14:creationId xmlns:p14="http://schemas.microsoft.com/office/powerpoint/2010/main" val="345114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72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</a:t>
            </a:r>
            <a:r>
              <a:rPr lang="ur-PK" sz="72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پورا نہ کرنے کے نقصانات</a:t>
            </a:r>
            <a:endParaRPr lang="en-US" sz="72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154" y="2377075"/>
            <a:ext cx="10511837" cy="4206604"/>
          </a:xfrm>
        </p:spPr>
        <p:txBody>
          <a:bodyPr>
            <a:normAutofit fontScale="92500" lnSpcReduction="10000"/>
          </a:bodyPr>
          <a:lstStyle/>
          <a:p>
            <a:pPr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اس شخص کا کوئی دین نہیں جو وعدہ پورا نہیں کرتا</a:t>
            </a:r>
            <a:r>
              <a:rPr lang="ur-PK" sz="24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۔(معجم کبیر، 10/227، حدیث: 10553)</a:t>
            </a:r>
            <a:endParaRPr lang="ur-PK" sz="44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ق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ول 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 قرار سے روگردانی اور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عہد</a:t>
            </a:r>
            <a:r>
              <a:rPr lang="en-US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Agreement</a:t>
            </a:r>
            <a:r>
              <a:rPr lang="en-US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 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کی خلاف ورزی بندے کو دوسروں کی نظروں میں گرا دیتی ہے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۔</a:t>
            </a:r>
          </a:p>
          <a:p>
            <a:pPr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 منافق کی 3 نشانیاں ہیں: جب بات کرے جھوٹ کہے، </a:t>
            </a:r>
            <a:r>
              <a:rPr lang="ur-PK" sz="4000" b="1" u="sng" dirty="0">
                <a:solidFill>
                  <a:srgbClr val="C0000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جب وعدہ کرے خلاف کرے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، جب اس کے پاس امانت رکھی جائے خلاف کرے۔ </a:t>
            </a:r>
            <a:r>
              <a:rPr lang="ur-PK" sz="28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(بخاری، 1/24، حدیث: 33</a:t>
            </a:r>
            <a:r>
              <a:rPr lang="ur-PK" sz="28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)</a:t>
            </a:r>
          </a:p>
          <a:p>
            <a:pPr algn="r" rtl="1">
              <a:buFont typeface="+mj-lt"/>
              <a:buAutoNum type="arabicPeriod"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جو کسی مسلمان سے عہد شکنی کرے اس پر اللہ فرشتوں اور تمام انسانوں کی لعنت ہے اور اس کا کوئی فرض قبول نہ ہوگا نہ نفل۔ </a:t>
            </a:r>
            <a:r>
              <a:rPr lang="ur-PK" sz="2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(بخاری، 2/370، حدیث: 3179)</a:t>
            </a:r>
            <a:endParaRPr lang="en-US" sz="2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9020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72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خلافی کی معاشرتی مثالیں </a:t>
            </a:r>
            <a:endParaRPr lang="en-US" sz="72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87681" y="2272129"/>
            <a:ext cx="11234056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وقت پر نہ آنا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kumimoji="0" lang="ar-SA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کسی کو ملاقات یا کام کا وقت دینا اور پھر مقررہ وقت پر نہ پہنچنا۔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ادھار واپس نہ کرنا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کسی سے قرض یا سامان لینا اور وعدے کے مطابق واپس نہ کرنا۔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زبان سے دی ہوئی بات سے مکر جانا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کسی سے کہا کہ "میں یہ کام ضرور کروں گا" مگر بعد میں انکار کر دینا۔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رشتوں میں وعدہ خلافی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رشتہ طے کرنے کے بعد اچانک بغیر وجہ کے انکار کر دینا۔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 smtClean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معاہدے کی خلاف ورزی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کاروبار یا نوکری میں طے شدہ شرائط پوری نہ کرنا یا انکار کر دینا۔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طلبہ و اساتذہ کے درمیان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استاد سے وعدہ کرنا کہ اگلی بار ہوم ورک مکمل ہوگا، مگر دوبارہ بھی نہ کرنا۔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دوستی میں وعدہ خلافی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دوست سے کہنا کہ راز کسی کو نہیں بتاؤں گا، مگر پھر دوسروں کو بتا دینا۔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marR="0" lv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SA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سیاست میں وعدہ خلافی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Jameel Noori Nastaleeq" panose="02000503000000000004" pitchFamily="2" charset="-78"/>
                <a:cs typeface="Jameel Noori Nastaleeq" panose="02000503000000000004" pitchFamily="2" charset="-78"/>
              </a:rPr>
            </a:br>
            <a:r>
              <a:rPr lang="ar-SA" altLang="en-US" sz="2400" dirty="0">
                <a:solidFill>
                  <a:schemeClr val="tx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سیاست دان عوام سے وعدے کریں مگر اقتدار میں آ کر پورے نہ کریں۔</a:t>
            </a:r>
            <a:endParaRPr lang="en-US" altLang="en-US" sz="2400" dirty="0">
              <a:solidFill>
                <a:schemeClr val="tx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3421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72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خود احتسابی </a:t>
            </a:r>
            <a:r>
              <a:rPr lang="ur-PK" sz="72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"</a:t>
            </a:r>
            <a:r>
              <a:rPr lang="ur-PK" sz="72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ہمارا محاسبہ</a:t>
            </a:r>
            <a:endParaRPr lang="en-US" sz="72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377075"/>
            <a:ext cx="10851471" cy="4206604"/>
          </a:xfrm>
        </p:spPr>
        <p:txBody>
          <a:bodyPr>
            <a:normAutofit/>
          </a:bodyPr>
          <a:lstStyle/>
          <a:p>
            <a:pPr algn="ctr" rtl="1">
              <a:buFont typeface="+mj-lt"/>
              <a:buAutoNum type="arabicPeriod"/>
            </a:pP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کیا ہم نماز، روزہ، یا اصلاحِ نفس کے وعدے پورے کرتے ہیں</a:t>
            </a:r>
            <a:r>
              <a:rPr lang="ur-PK" sz="3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؟</a:t>
            </a:r>
          </a:p>
          <a:p>
            <a:pPr algn="ctr" rtl="1">
              <a:buFont typeface="+mj-lt"/>
              <a:buAutoNum type="arabicPeriod"/>
            </a:pP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کیا ہم دوستوں، والدین، یا کام کی جگہ کے وعدے نبھاتے ہیں</a:t>
            </a:r>
            <a:r>
              <a:rPr lang="ur-PK" sz="3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؟</a:t>
            </a:r>
          </a:p>
          <a:p>
            <a:pPr algn="ctr" rtl="1">
              <a:buFont typeface="+mj-lt"/>
              <a:buAutoNum type="arabicPeriod"/>
            </a:pP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کیا ہم نے کبھی کسی </a:t>
            </a:r>
            <a:r>
              <a:rPr lang="en-US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assignment </a:t>
            </a: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یا </a:t>
            </a:r>
            <a:r>
              <a:rPr lang="en-US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project </a:t>
            </a: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کی </a:t>
            </a:r>
            <a:r>
              <a:rPr lang="en-US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deadline </a:t>
            </a:r>
            <a:r>
              <a:rPr lang="ur-PK" sz="36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پر وعدہ کیا اور پورا نہ کیا</a:t>
            </a:r>
            <a:r>
              <a:rPr lang="ur-PK" sz="36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؟"</a:t>
            </a:r>
          </a:p>
          <a:p>
            <a:pPr marL="0" indent="0" algn="ctr" rtl="1">
              <a:buNone/>
            </a:pPr>
            <a:endParaRPr lang="en-US" sz="2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149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r-PK" sz="72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خلاصہ اور پیغام</a:t>
            </a:r>
            <a:endParaRPr lang="en-US" sz="72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377075"/>
            <a:ext cx="10851471" cy="2961279"/>
          </a:xfrm>
        </p:spPr>
        <p:txBody>
          <a:bodyPr>
            <a:normAutofit/>
          </a:bodyPr>
          <a:lstStyle/>
          <a:p>
            <a:pPr marL="0" indent="0" algn="ctr" rtl="1">
              <a:buNone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ن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بی 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ﷺ نے ہمیں سکھایا:“وعدہ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ایمان 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کا حصہ ہے، اور وعدہ خلافی نفاق کا نشان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۔</a:t>
            </a:r>
          </a:p>
          <a:p>
            <a:pPr marL="0" indent="0" algn="ctr" rtl="1">
              <a:buNone/>
            </a:pP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وعدہ انسان کے ایمان کا آئینہ ہے 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 جو </a:t>
            </a:r>
            <a:r>
              <a:rPr lang="ur-PK" sz="4000" dirty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اپنے وعدوں کا پکا ہے، وہ اپنے ایمان میں بھی مضبوط ہے</a:t>
            </a:r>
            <a:r>
              <a:rPr lang="ur-PK" sz="4000" dirty="0" smtClean="0"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۔</a:t>
            </a:r>
            <a:endParaRPr lang="en-US" sz="4000" dirty="0" smtClean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ctr" rtl="1">
              <a:buNone/>
            </a:pPr>
            <a:endParaRPr lang="en-US" sz="40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ctr" rtl="1">
              <a:buNone/>
            </a:pPr>
            <a:r>
              <a:rPr lang="ur-PK" sz="4000" b="1" u="sng" dirty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آئیے ہم آج یہ عہد کریں کہ جو وعدہ کریں گے، وہ پورا کریں گے </a:t>
            </a:r>
            <a:r>
              <a:rPr lang="ur-PK" sz="4000" b="1" u="sng" dirty="0" smtClean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چاہے </a:t>
            </a:r>
            <a:r>
              <a:rPr lang="ur-PK" sz="4000" b="1" u="sng" dirty="0">
                <a:solidFill>
                  <a:srgbClr val="00B050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چھوٹا ہو یا بڑا۔"</a:t>
            </a:r>
            <a:endParaRPr lang="en-US" sz="4000" b="1" u="sng" dirty="0">
              <a:solidFill>
                <a:srgbClr val="00B050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  <a:p>
            <a:pPr marL="0" indent="0" algn="ctr" rtl="1">
              <a:buNone/>
            </a:pPr>
            <a:endParaRPr lang="en-US" sz="2600" dirty="0"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4848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114</TotalTime>
  <Words>497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Attari_Quran</vt:lpstr>
      <vt:lpstr>Century Gothic</vt:lpstr>
      <vt:lpstr>Jameel Noori Nastaleeq</vt:lpstr>
      <vt:lpstr>Wingdings 3</vt:lpstr>
      <vt:lpstr>Ion Boardroom</vt:lpstr>
      <vt:lpstr>وعدہ پورا کرنے والا کردار The Promise Keeping Character</vt:lpstr>
      <vt:lpstr> آج کا موضوع کیوں اہم ہے؟</vt:lpstr>
      <vt:lpstr>Promise وعدے کا مطلب</vt:lpstr>
      <vt:lpstr>Promise وعدے کا مطلب</vt:lpstr>
      <vt:lpstr>سیرت رسول ﷺ سے وعدے کی پاسداری </vt:lpstr>
      <vt:lpstr>وعدہ پورا کرنے کے دنیاوی و اخروی  فوائد</vt:lpstr>
      <vt:lpstr>وعدہ پورا نہ کرنے کے نقصانات</vt:lpstr>
      <vt:lpstr>وعدہ خلافی کی معاشرتی مثالیں </vt:lpstr>
      <vt:lpstr>خود احتسابی "ہمارا محاسبہ</vt:lpstr>
      <vt:lpstr>خلاصہ اور پیغام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وعدہ پورا کرنے والا کردار The Promise Keeping Character</dc:title>
  <dc:creator>Tarbiyat Department</dc:creator>
  <cp:lastModifiedBy>Tarbiyat Department</cp:lastModifiedBy>
  <cp:revision>11</cp:revision>
  <dcterms:created xsi:type="dcterms:W3CDTF">2025-10-21T05:06:08Z</dcterms:created>
  <dcterms:modified xsi:type="dcterms:W3CDTF">2025-10-21T07:01:01Z</dcterms:modified>
</cp:coreProperties>
</file>